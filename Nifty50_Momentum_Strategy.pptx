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factor-based momentum strategy on Nifty 50 stocks, validated with SQL backtesting and enhanced with an ML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Momentum is one of the most robust factor premiums — it's the foundation of this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entire data pipeline runs in Google Sheets and Colab — no paid data vendor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are deliberately simple — the value is in demonstrating that a systematic approach beats passive indexing.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strategy nearly doubled the index return over 35 months. Hit rate of 65.7% means it beat the index in 2 out of every 3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 model's individual stock accuracy is ~50%, but at the portfolio level it generates 9.4% vs 2.33% for rules-based — showing that ensemble picks matter more than single-stock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interview answer: accuracy is the wrong metric. What matters is whether the portfolio outperforms — and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Acknowledging limitations proactively shows analytical maturity — important for Analyst and Risk Manager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finance framing — this is factor investing in practice, not just a data science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Nifty 50 Momentum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Momentum Backtest + Random Forest ML 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| Jan 2023 – Jun 2026  •  Aarav  •  Indiabulls Securities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91440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Momentum Investing?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2618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that have outperformed recently tend to keep outperforming in the near term — a well-documented anomaly in finance.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188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2618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Basis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Jegadeesh &amp; Titman (1993) showed 6–12 month momentum consistently generates positive alpha across markets.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0515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0" y="1188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26187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6364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50 Nifty stocks by trailing 6-month return each month. Go long the top 10 equally weighted. Rebalance monthly.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SQL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GOOGLEFINANCE (Sheets) — 51 tabs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Jun 2026 (daily closes)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42,507 rows × 3 columns (ticker, date, close)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Google Colab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INDEXNSE:NIFTY_50 as 51st series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— month-end price extraction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LAG(close, 1) — monthly return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LAG(close, 6) — 6-month momentum score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month) — cross-sectional ranking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Self-join — link picks to forward returns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benchmark comparison flag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Anti-join — stocks never in top 10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Nifty 50 constituents with continuous price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month-end: compute trailing 6-month return per stock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50 stocks cross-sectionally by 6-month momentum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4747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long the top 10 stocks, equally weighted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429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7764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Period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7640" y="34747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1 calendar month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429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34747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month — 35 rebalance points (Aug 2023–May 2026)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Strategy  •  Aug 2023 – May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Tested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600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(Beat Index)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00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9184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(Strategy)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+0.43%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2648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Alpha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Index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Layer — Random Forest Classifier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Will this stock beat the index next month? (1/0)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return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return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return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return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return volatility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rank (cross-sectional)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2023–2024  |  Test: 2025–2026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Period Results (Jan 2025–May 2026)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847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Cumulative Return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8105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2487168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5968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Return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56032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2.33%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3236976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346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Return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3101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-0.41%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3986784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Stock Accuracy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0599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 — Why ML Adds Value Despite 50% Accuracy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344168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 Stock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Momentum's edge is at the basket level, not the single-stock level. No model reliably predicts individual outperformance — that's expected.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344168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Reweights Picks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50% accuracy, the model's probability scores change which stocks enter the top-10. Those marginal swaps improve portfolio-level returns.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0" y="12801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344168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Quant Funds Work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63640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factor investing at firms like BlackRock works the same way — systematic rules + ML-adjusted weights, not stock-by-stock predictions.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Honest Caveats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356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Costs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" y="150876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trading incurs brokerage, impact costs, and slippage on monthly rebalancing — not modeled here. Actual returns would be lower.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1051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39903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4356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2392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Universe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22392" y="150876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50 stocks limits diversification and increases idiosyncratic risk per pick. A broader index (Nifty 500) would give a more robust signal.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360" y="272491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6148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 Training Data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78992" y="2834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~24 months of training data for the Random Forest. More history would improve model stability and reduce overfitting risk.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272491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76148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2239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Crash Risk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22392" y="2834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(-14.35%) shows momentum strategies reverse sharply during market dislocations. Risk management rules (stop-loss, vol filter) are absent.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37033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94360" y="405079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408736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8992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Fundamental Features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78992" y="41605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 are price-only. Adding earnings, P/E, ROE, or analyst estimates would give the model genuine signal beyond what momentum already captures.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00600" y="37033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37760" y="405079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4087368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22392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422392" y="41605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current Nifty 50 constituents means the universe excludes stocks delisted or dropped from the index — slightly inflating historical returns.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070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Momentum works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120700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momentum on Nifty 50 generated 39.6% cumulative return vs 21.9% for the index over 35 months — nearly double.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Edge is systematic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12140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 hit rate shows the strategy consistently outperforms, not just in exceptional months.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358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 adds 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03580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50% individual accuracy, ML picks generate 9.4% vs 2.33% for rules-based over the test period.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53870"/>
          </a:solidFill>
          <a:ln w="12700">
            <a:solidFill>
              <a:srgbClr val="2D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02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Factor investing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95020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quant desks at BlackRock and JPMorgan operate — rules-based factor exposures, ML-adjusted weights, disciplined rebalancing.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• SQLite • Random Forest • Google Sheets • Google Colab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50 Momentum Strategy</dc:title>
  <dc:subject>PptxGenJS Presentation</dc:subject>
  <dc:creator>Aarav</dc:creator>
  <cp:lastModifiedBy>Aarav</cp:lastModifiedBy>
  <cp:revision>1</cp:revision>
  <dcterms:created xsi:type="dcterms:W3CDTF">2026-06-18T21:50:35Z</dcterms:created>
  <dcterms:modified xsi:type="dcterms:W3CDTF">2026-06-18T21:50:35Z</dcterms:modified>
</cp:coreProperties>
</file>